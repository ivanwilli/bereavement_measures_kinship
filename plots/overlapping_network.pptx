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B60E-334D-0001-789E-787D119E5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70307-2F8D-F3DA-D0FE-C1EBB5792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B56A6-DDD2-26D1-1590-011C8964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91AF6-1F42-AC8D-EA60-B7B782B2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A7223-8455-5A40-900C-7D62260B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0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124E-BA47-F825-DEFC-08C2059B2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1C9B1-CF59-A92B-D465-52037DD99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82CFC-54D0-8ED1-B2F8-71529FE7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6410F-5215-3137-0FF2-0531E753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81414-DB76-19E8-5D0E-BF10FAF2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5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84F5-5EDD-F765-53D0-24C72541C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D154F-E0EB-3D8D-49F5-404F9A719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D7410-98C5-48A5-B561-C6BB81C6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02D28-D8CF-4BAF-2492-75BD43B3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3461F-B2FC-407D-1E40-F8DCD506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2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0FC3-FAEF-00ED-7A48-B0105C52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23E21-3164-6E4B-F9BA-75BD1AA55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D3E81-7BE9-F331-E6EA-C834DC07B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09015-8E22-0517-5872-7561FA74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58F86-26AD-C552-BA08-0303318C5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D26FD-567A-85D5-C983-D3F9BBB7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1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888D-F08A-B7FF-8F94-02ACD2B2D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0EF3A-FC40-B7F5-D5F3-E14283D92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25CE9-CB61-AE07-686D-7E6FE182E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0D1EA-FAB0-B1FD-F441-9D1AF3779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A2129-04DC-7076-B0E8-48385CE38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DF37C-4E94-9684-4552-5398F1D4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5B460-594B-A48E-EC5A-AD390CC7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74854-02F0-43B7-31A5-3A8F1D6C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8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6B3A-ACC4-C828-E9C4-029764AA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3264-364C-0372-A0B8-8ED7B144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D267B-F1F5-DF9C-71ED-4C76CC716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AE1CF-70B0-6163-9AF1-DBB51947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9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172B1-0822-798C-D6EF-854606C3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2B1F0-85BF-C41D-D8AB-C4623695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9963E-9B44-B98B-D900-E693F5BD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8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8981C-CDA2-E3F6-A20C-98A6090E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317E8-9163-DB76-F352-ACADC92A1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E778A-DA1F-8DBB-FEAE-6828D7220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01D21-F9B3-794D-36F6-6A54412F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3F8B3-2578-0CC1-9877-60A445C2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47FDB-848C-7254-4B42-FA1E8F91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5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159B-1323-9F9D-5BC4-C501495B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B10DE2-E98F-EE1B-3F83-38D365650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2BE94-98B7-3366-C623-599B3DFD3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6850F-0182-E8EC-EF72-56618AAE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A2C67-D508-BEAC-3331-EDB8688E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9695D-DA36-38A8-9D22-1C8CA675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8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0FFD-3B3E-8051-0A53-E094015E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D7659-976F-B126-12FE-A76188606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9C08D-08FA-D7FD-1576-040E8C2BE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E1F58-53A3-0BF9-F9B2-5FB40570F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7B1DA-F3A5-AEDA-21BD-72889899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5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81188-4472-CA8D-0E48-F67F6057A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AED44-2875-4873-620D-C9E32A54C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0C042-C634-E6A7-93A8-006ABB10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1BC90-EC53-5B6D-E6B9-A4DBD17D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320F0-AF86-85EC-DF6F-E4F54737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1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31280-ADF5-6A87-AB47-9DB004FA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E763F-71E2-BE68-1273-9C0419D65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BB3DB-2416-0D18-A344-6136A45EC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CBAAD-1984-4DD8-98C9-BE962422323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534CF-82BE-FDE8-35B4-F58AD5393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9D501-B8DE-292D-54AB-B26CCB362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3DC56-2657-4B16-ABAB-2CDE3D31C68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2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3E0DB39-0D9A-05B9-EE7A-BB084A513B01}"/>
              </a:ext>
            </a:extLst>
          </p:cNvPr>
          <p:cNvSpPr/>
          <p:nvPr/>
        </p:nvSpPr>
        <p:spPr>
          <a:xfrm>
            <a:off x="4963213" y="535560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EB9C6-B2C5-45A9-3C08-7DFAAB953F19}"/>
              </a:ext>
            </a:extLst>
          </p:cNvPr>
          <p:cNvSpPr txBox="1"/>
          <p:nvPr/>
        </p:nvSpPr>
        <p:spPr>
          <a:xfrm>
            <a:off x="4963213" y="653133"/>
            <a:ext cx="552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ggp</a:t>
            </a:r>
            <a:endParaRPr lang="en-US" sz="1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62E75D-1870-469C-D900-EFEEE398A0DB}"/>
              </a:ext>
            </a:extLst>
          </p:cNvPr>
          <p:cNvSpPr/>
          <p:nvPr/>
        </p:nvSpPr>
        <p:spPr>
          <a:xfrm>
            <a:off x="4963213" y="1442105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170BB-C8A2-D492-9663-CEBF85A7D4E1}"/>
              </a:ext>
            </a:extLst>
          </p:cNvPr>
          <p:cNvSpPr txBox="1"/>
          <p:nvPr/>
        </p:nvSpPr>
        <p:spPr>
          <a:xfrm>
            <a:off x="5024487" y="1559678"/>
            <a:ext cx="42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gp</a:t>
            </a:r>
            <a:endParaRPr lang="en-US" sz="1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469264-40A4-8AA0-EEE4-09E1991A7B6F}"/>
              </a:ext>
            </a:extLst>
          </p:cNvPr>
          <p:cNvSpPr/>
          <p:nvPr/>
        </p:nvSpPr>
        <p:spPr>
          <a:xfrm>
            <a:off x="4963213" y="2348650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AFE1F-E139-E269-D504-A91A4D2EF040}"/>
              </a:ext>
            </a:extLst>
          </p:cNvPr>
          <p:cNvSpPr txBox="1"/>
          <p:nvPr/>
        </p:nvSpPr>
        <p:spPr>
          <a:xfrm>
            <a:off x="5085761" y="2435446"/>
            <a:ext cx="21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p</a:t>
            </a:r>
            <a:endParaRPr lang="en-US" sz="14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B3E637-FEE2-8601-ECEA-3F3A28F29414}"/>
              </a:ext>
            </a:extLst>
          </p:cNvPr>
          <p:cNvSpPr/>
          <p:nvPr/>
        </p:nvSpPr>
        <p:spPr>
          <a:xfrm>
            <a:off x="4963213" y="3255195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98772C-BC04-A53F-B5EE-1F91BAB08DD2}"/>
              </a:ext>
            </a:extLst>
          </p:cNvPr>
          <p:cNvSpPr txBox="1"/>
          <p:nvPr/>
        </p:nvSpPr>
        <p:spPr>
          <a:xfrm>
            <a:off x="5085761" y="3341991"/>
            <a:ext cx="21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F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FA0639-7FF2-8E1F-7188-56C652DB174A}"/>
              </a:ext>
            </a:extLst>
          </p:cNvPr>
          <p:cNvSpPr/>
          <p:nvPr/>
        </p:nvSpPr>
        <p:spPr>
          <a:xfrm>
            <a:off x="4963213" y="4161740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F0BF74-91EB-A4C1-9D39-96BB5CA6F626}"/>
              </a:ext>
            </a:extLst>
          </p:cNvPr>
          <p:cNvSpPr txBox="1"/>
          <p:nvPr/>
        </p:nvSpPr>
        <p:spPr>
          <a:xfrm>
            <a:off x="5085761" y="4248536"/>
            <a:ext cx="21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c</a:t>
            </a:r>
            <a:endParaRPr lang="en-US" sz="1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6F5017-455D-3766-43D9-F2730772E3A1}"/>
              </a:ext>
            </a:extLst>
          </p:cNvPr>
          <p:cNvSpPr/>
          <p:nvPr/>
        </p:nvSpPr>
        <p:spPr>
          <a:xfrm>
            <a:off x="4963213" y="5068285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54F6FB-2402-8DF9-AFFA-ACABFFAB9BE9}"/>
              </a:ext>
            </a:extLst>
          </p:cNvPr>
          <p:cNvSpPr txBox="1"/>
          <p:nvPr/>
        </p:nvSpPr>
        <p:spPr>
          <a:xfrm>
            <a:off x="5026353" y="5144433"/>
            <a:ext cx="552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gc</a:t>
            </a:r>
            <a:endParaRPr lang="en-US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66EA6A-A3DA-DFEB-7832-D65EAD24D26F}"/>
              </a:ext>
            </a:extLst>
          </p:cNvPr>
          <p:cNvSpPr/>
          <p:nvPr/>
        </p:nvSpPr>
        <p:spPr>
          <a:xfrm>
            <a:off x="5888611" y="2348650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C7FE55-9AFA-0488-7357-8BE1CB373A82}"/>
              </a:ext>
            </a:extLst>
          </p:cNvPr>
          <p:cNvSpPr txBox="1"/>
          <p:nvPr/>
        </p:nvSpPr>
        <p:spPr>
          <a:xfrm>
            <a:off x="6029719" y="2435445"/>
            <a:ext cx="21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a</a:t>
            </a:r>
            <a:endParaRPr lang="en-US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255A0A0-291F-F02A-1618-5C8B1D40BE66}"/>
              </a:ext>
            </a:extLst>
          </p:cNvPr>
          <p:cNvSpPr/>
          <p:nvPr/>
        </p:nvSpPr>
        <p:spPr>
          <a:xfrm>
            <a:off x="5888611" y="3255195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175202-0ED9-7DDE-0B90-4CE5FB878B06}"/>
              </a:ext>
            </a:extLst>
          </p:cNvPr>
          <p:cNvSpPr txBox="1"/>
          <p:nvPr/>
        </p:nvSpPr>
        <p:spPr>
          <a:xfrm>
            <a:off x="6029719" y="3341990"/>
            <a:ext cx="21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s</a:t>
            </a:r>
            <a:endParaRPr lang="en-US" sz="1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64F30BB-41E4-569E-B627-DF82466DB303}"/>
              </a:ext>
            </a:extLst>
          </p:cNvPr>
          <p:cNvSpPr/>
          <p:nvPr/>
        </p:nvSpPr>
        <p:spPr>
          <a:xfrm>
            <a:off x="5888611" y="4161740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2FCAF0-D5E6-FFE6-5CDB-DB5D36E60EAF}"/>
              </a:ext>
            </a:extLst>
          </p:cNvPr>
          <p:cNvSpPr txBox="1"/>
          <p:nvPr/>
        </p:nvSpPr>
        <p:spPr>
          <a:xfrm>
            <a:off x="6029719" y="4248536"/>
            <a:ext cx="21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n</a:t>
            </a:r>
            <a:endParaRPr lang="en-US" sz="1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DDEA12F-4BE0-84F1-7B29-7F50E741E925}"/>
              </a:ext>
            </a:extLst>
          </p:cNvPr>
          <p:cNvSpPr/>
          <p:nvPr/>
        </p:nvSpPr>
        <p:spPr>
          <a:xfrm>
            <a:off x="6814009" y="3255195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4E47D0-4F6D-F15E-73D9-E33837250E04}"/>
              </a:ext>
            </a:extLst>
          </p:cNvPr>
          <p:cNvSpPr txBox="1"/>
          <p:nvPr/>
        </p:nvSpPr>
        <p:spPr>
          <a:xfrm>
            <a:off x="6877535" y="3362256"/>
            <a:ext cx="425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co</a:t>
            </a:r>
            <a:endParaRPr lang="en-US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B62525-22D0-DBAE-2CA2-272DDF176B9D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5239438" y="1078485"/>
            <a:ext cx="0" cy="363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BDE7FE4-ADE6-9C65-CB89-F8862C99A44C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5239438" y="1985030"/>
            <a:ext cx="0" cy="363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8B01E6-93DA-A9FB-76D9-47E7DB1621C7}"/>
              </a:ext>
            </a:extLst>
          </p:cNvPr>
          <p:cNvCxnSpPr>
            <a:cxnSpLocks/>
            <a:stCxn id="6" idx="4"/>
            <a:endCxn id="19" idx="0"/>
          </p:cNvCxnSpPr>
          <p:nvPr/>
        </p:nvCxnSpPr>
        <p:spPr>
          <a:xfrm>
            <a:off x="5239438" y="1985030"/>
            <a:ext cx="925398" cy="363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4E21F60-AD3D-A467-CA79-5524EF7EABA4}"/>
              </a:ext>
            </a:extLst>
          </p:cNvPr>
          <p:cNvCxnSpPr>
            <a:cxnSpLocks/>
            <a:stCxn id="19" idx="4"/>
            <a:endCxn id="25" idx="0"/>
          </p:cNvCxnSpPr>
          <p:nvPr/>
        </p:nvCxnSpPr>
        <p:spPr>
          <a:xfrm>
            <a:off x="6164836" y="2891575"/>
            <a:ext cx="925398" cy="363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A336DDF-D2C5-B801-D015-4CC0597C0D59}"/>
              </a:ext>
            </a:extLst>
          </p:cNvPr>
          <p:cNvCxnSpPr>
            <a:cxnSpLocks/>
            <a:stCxn id="8" idx="4"/>
            <a:endCxn id="21" idx="0"/>
          </p:cNvCxnSpPr>
          <p:nvPr/>
        </p:nvCxnSpPr>
        <p:spPr>
          <a:xfrm>
            <a:off x="5239438" y="2891575"/>
            <a:ext cx="925398" cy="363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FDFFF7B-ADD5-7832-73F5-05BFC857A107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>
            <a:off x="6164836" y="3798120"/>
            <a:ext cx="0" cy="363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A13D82-755A-B819-D1DF-5F9C4EC8C79A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5239438" y="4704665"/>
            <a:ext cx="0" cy="363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Arc 73">
            <a:extLst>
              <a:ext uri="{FF2B5EF4-FFF2-40B4-BE49-F238E27FC236}">
                <a16:creationId xmlns:a16="http://schemas.microsoft.com/office/drawing/2014/main" id="{7FFB7170-F803-1D39-D820-23FE9D6C6ABE}"/>
              </a:ext>
            </a:extLst>
          </p:cNvPr>
          <p:cNvSpPr/>
          <p:nvPr/>
        </p:nvSpPr>
        <p:spPr>
          <a:xfrm flipH="1">
            <a:off x="4765256" y="2906357"/>
            <a:ext cx="955538" cy="1193827"/>
          </a:xfrm>
          <a:prstGeom prst="arc">
            <a:avLst>
              <a:gd name="adj1" fmla="val 16205607"/>
              <a:gd name="adj2" fmla="val 50999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167060B-DBB5-084E-8AC5-EE18947539AB}"/>
              </a:ext>
            </a:extLst>
          </p:cNvPr>
          <p:cNvCxnSpPr>
            <a:cxnSpLocks/>
          </p:cNvCxnSpPr>
          <p:nvPr/>
        </p:nvCxnSpPr>
        <p:spPr>
          <a:xfrm>
            <a:off x="5162747" y="4074943"/>
            <a:ext cx="76691" cy="950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828FA67-A3F8-F598-8145-DDC1A017EB95}"/>
              </a:ext>
            </a:extLst>
          </p:cNvPr>
          <p:cNvSpPr/>
          <p:nvPr/>
        </p:nvSpPr>
        <p:spPr>
          <a:xfrm>
            <a:off x="4963213" y="5953534"/>
            <a:ext cx="552450" cy="5429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9218528-5D36-5460-FC19-CDFBDD7FB4B7}"/>
              </a:ext>
            </a:extLst>
          </p:cNvPr>
          <p:cNvSpPr txBox="1"/>
          <p:nvPr/>
        </p:nvSpPr>
        <p:spPr>
          <a:xfrm>
            <a:off x="5026353" y="6041153"/>
            <a:ext cx="552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ggc</a:t>
            </a:r>
            <a:endParaRPr lang="en-US" sz="140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737918F-DC53-9911-000C-0CADF3D82F6C}"/>
              </a:ext>
            </a:extLst>
          </p:cNvPr>
          <p:cNvCxnSpPr>
            <a:cxnSpLocks/>
            <a:stCxn id="14" idx="4"/>
            <a:endCxn id="80" idx="0"/>
          </p:cNvCxnSpPr>
          <p:nvPr/>
        </p:nvCxnSpPr>
        <p:spPr>
          <a:xfrm>
            <a:off x="5239438" y="5611210"/>
            <a:ext cx="0" cy="342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29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77875e-5908-45a0-9cb4-dec9ae074618}" enabled="1" method="Privileged" siteId="{0f9e35db-544f-4f60-bdcc-5ea416e6dc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</Words>
  <Application>Microsoft Office PowerPoint</Application>
  <PresentationFormat>Panorámica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Ivan Williams</dc:creator>
  <cp:lastModifiedBy>Ivan Williams</cp:lastModifiedBy>
  <cp:revision>4</cp:revision>
  <dcterms:created xsi:type="dcterms:W3CDTF">2024-05-02T16:17:20Z</dcterms:created>
  <dcterms:modified xsi:type="dcterms:W3CDTF">2026-05-12T09:07:04Z</dcterms:modified>
</cp:coreProperties>
</file>